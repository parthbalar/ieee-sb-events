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7432000" cy="40233600"/>
  <p:notesSz cx="6858000" cy="9144000"/>
  <p:embeddedFontLst>
    <p:embeddedFont>
      <p:font typeface="Calibri (MS)" panose="020B0604020202020204" charset="0"/>
      <p:regular r:id="rId3"/>
    </p:embeddedFont>
    <p:embeddedFont>
      <p:font typeface="Calibri (MS)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26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-1656" y="-60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384013" y="0"/>
            <a:ext cx="47625" cy="40233238"/>
            <a:chOff x="0" y="0"/>
            <a:chExt cx="63500" cy="53644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498" cy="53644292"/>
            </a:xfrm>
            <a:custGeom>
              <a:avLst/>
              <a:gdLst/>
              <a:ahLst/>
              <a:cxnLst/>
              <a:rect l="l" t="t" r="r" b="b"/>
              <a:pathLst>
                <a:path w="63498" h="53644292">
                  <a:moveTo>
                    <a:pt x="0" y="0"/>
                  </a:moveTo>
                  <a:lnTo>
                    <a:pt x="63498" y="0"/>
                  </a:lnTo>
                  <a:lnTo>
                    <a:pt x="63498" y="53644292"/>
                  </a:lnTo>
                  <a:lnTo>
                    <a:pt x="0" y="53644292"/>
                  </a:lnTo>
                  <a:close/>
                </a:path>
              </a:pathLst>
            </a:custGeom>
            <a:solidFill>
              <a:srgbClr val="DBDBD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47625" cy="40233238"/>
            <a:chOff x="0" y="0"/>
            <a:chExt cx="63500" cy="536443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498" cy="53644292"/>
            </a:xfrm>
            <a:custGeom>
              <a:avLst/>
              <a:gdLst/>
              <a:ahLst/>
              <a:cxnLst/>
              <a:rect l="l" t="t" r="r" b="b"/>
              <a:pathLst>
                <a:path w="63498" h="53644292">
                  <a:moveTo>
                    <a:pt x="0" y="0"/>
                  </a:moveTo>
                  <a:lnTo>
                    <a:pt x="63498" y="0"/>
                  </a:lnTo>
                  <a:lnTo>
                    <a:pt x="63498" y="53644292"/>
                  </a:lnTo>
                  <a:lnTo>
                    <a:pt x="0" y="53644292"/>
                  </a:lnTo>
                  <a:close/>
                </a:path>
              </a:pathLst>
            </a:custGeom>
            <a:solidFill>
              <a:srgbClr val="DBDBD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35661600"/>
            <a:ext cx="27431638" cy="4571638"/>
            <a:chOff x="0" y="0"/>
            <a:chExt cx="36575517" cy="60955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575492" cy="6095492"/>
            </a:xfrm>
            <a:custGeom>
              <a:avLst/>
              <a:gdLst/>
              <a:ahLst/>
              <a:cxnLst/>
              <a:rect l="l" t="t" r="r" b="b"/>
              <a:pathLst>
                <a:path w="36575492" h="6095492">
                  <a:moveTo>
                    <a:pt x="0" y="0"/>
                  </a:moveTo>
                  <a:lnTo>
                    <a:pt x="36575492" y="0"/>
                  </a:lnTo>
                  <a:lnTo>
                    <a:pt x="36575492" y="6095492"/>
                  </a:lnTo>
                  <a:lnTo>
                    <a:pt x="0" y="6095492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</p:grpSp>
      <p:grpSp>
        <p:nvGrpSpPr>
          <p:cNvPr id="10" name="Group 10"/>
          <p:cNvGrpSpPr/>
          <p:nvPr/>
        </p:nvGrpSpPr>
        <p:grpSpPr>
          <a:xfrm>
            <a:off x="21945600" y="39928676"/>
            <a:ext cx="5297043" cy="185404"/>
            <a:chOff x="0" y="0"/>
            <a:chExt cx="7062724" cy="2472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62724" cy="247142"/>
            </a:xfrm>
            <a:custGeom>
              <a:avLst/>
              <a:gdLst/>
              <a:ahLst/>
              <a:cxnLst/>
              <a:rect l="l" t="t" r="r" b="b"/>
              <a:pathLst>
                <a:path w="7062724" h="247142">
                  <a:moveTo>
                    <a:pt x="0" y="0"/>
                  </a:moveTo>
                  <a:lnTo>
                    <a:pt x="7062724" y="0"/>
                  </a:lnTo>
                  <a:lnTo>
                    <a:pt x="7062724" y="247142"/>
                  </a:lnTo>
                  <a:lnTo>
                    <a:pt x="0" y="24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8" b="-16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4543174" y="217437"/>
            <a:ext cx="18316465" cy="2491058"/>
            <a:chOff x="-38435" y="0"/>
            <a:chExt cx="24421954" cy="33214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3519" cy="3077280"/>
            </a:xfrm>
            <a:custGeom>
              <a:avLst/>
              <a:gdLst/>
              <a:ahLst/>
              <a:cxnLst/>
              <a:rect l="l" t="t" r="r" b="b"/>
              <a:pathLst>
                <a:path w="24383519" h="3077280">
                  <a:moveTo>
                    <a:pt x="0" y="0"/>
                  </a:moveTo>
                  <a:lnTo>
                    <a:pt x="24383519" y="0"/>
                  </a:lnTo>
                  <a:lnTo>
                    <a:pt x="24383519" y="3077280"/>
                  </a:lnTo>
                  <a:lnTo>
                    <a:pt x="0" y="307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393" b="-10439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-38435" y="101248"/>
              <a:ext cx="24383518" cy="3220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6600" b="1" dirty="0">
                  <a:solidFill>
                    <a:srgbClr val="6926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Template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1" dirty="0">
                  <a:solidFill>
                    <a:srgbClr val="6926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Replace This Text With Your Title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0" y="2838326"/>
            <a:ext cx="18287639" cy="1607568"/>
            <a:chOff x="0" y="-76200"/>
            <a:chExt cx="24383519" cy="21434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83519" cy="2067225"/>
            </a:xfrm>
            <a:custGeom>
              <a:avLst/>
              <a:gdLst/>
              <a:ahLst/>
              <a:cxnLst/>
              <a:rect l="l" t="t" r="r" b="b"/>
              <a:pathLst>
                <a:path w="24383519" h="2067225">
                  <a:moveTo>
                    <a:pt x="0" y="0"/>
                  </a:moveTo>
                  <a:lnTo>
                    <a:pt x="24383519" y="0"/>
                  </a:lnTo>
                  <a:lnTo>
                    <a:pt x="24383519" y="2067225"/>
                  </a:lnTo>
                  <a:lnTo>
                    <a:pt x="0" y="2067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675" b="-17898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24383517" cy="2143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dirty="0">
                  <a:solidFill>
                    <a:srgbClr val="6926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4400">
                  <a:solidFill>
                    <a:srgbClr val="6926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Author name</a:t>
              </a:r>
              <a:endParaRPr lang="en-US" sz="4400" dirty="0">
                <a:solidFill>
                  <a:srgbClr val="692689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5280"/>
                </a:lnSpc>
              </a:pPr>
              <a:r>
                <a:rPr lang="en-US" sz="4400" dirty="0">
                  <a:solidFill>
                    <a:srgbClr val="6926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Department, collage name 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41352" y="10888567"/>
            <a:ext cx="11899583" cy="5860107"/>
            <a:chOff x="0" y="-47625"/>
            <a:chExt cx="15866111" cy="74508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866111" cy="7403211"/>
            </a:xfrm>
            <a:custGeom>
              <a:avLst/>
              <a:gdLst/>
              <a:ahLst/>
              <a:cxnLst/>
              <a:rect l="l" t="t" r="r" b="b"/>
              <a:pathLst>
                <a:path w="15866111" h="7403211">
                  <a:moveTo>
                    <a:pt x="0" y="0"/>
                  </a:moveTo>
                  <a:lnTo>
                    <a:pt x="15866111" y="0"/>
                  </a:lnTo>
                  <a:lnTo>
                    <a:pt x="15866111" y="7403211"/>
                  </a:lnTo>
                  <a:lnTo>
                    <a:pt x="0" y="74032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56A8E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5866059" cy="745079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Click here to insert your Introduction in bullets. Type it in or copy and paste from your Word document or other source.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text box will automatically re-size to your text. To turn off that feature, right click inside this box and go to </a:t>
              </a:r>
              <a:r>
                <a:rPr lang="en-US" sz="2799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 Shape, Text Box, Autofit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and select the “Do Not Autofit” radio button.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change the font style of this text box: Click on the border once to highlight the entire text box, then select a different font or font size that suits you. This text is Calibri 28pt, and is easily read up to 4 feet away on a A2(42x60cm) poster.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Zoom out to 100% to preview what this will look like on your printed poster.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05681" y="10519909"/>
            <a:ext cx="11935216" cy="812154"/>
            <a:chOff x="0" y="231004"/>
            <a:chExt cx="15866111" cy="638945"/>
          </a:xfrm>
          <a:solidFill>
            <a:srgbClr val="692689"/>
          </a:solidFill>
        </p:grpSpPr>
        <p:sp>
          <p:nvSpPr>
            <p:cNvPr id="22" name="Freeform 22"/>
            <p:cNvSpPr/>
            <p:nvPr/>
          </p:nvSpPr>
          <p:spPr>
            <a:xfrm>
              <a:off x="0" y="231004"/>
              <a:ext cx="15866111" cy="638945"/>
            </a:xfrm>
            <a:custGeom>
              <a:avLst/>
              <a:gdLst/>
              <a:ahLst/>
              <a:cxnLst/>
              <a:rect l="l" t="t" r="r" b="b"/>
              <a:pathLst>
                <a:path w="15866111" h="869950">
                  <a:moveTo>
                    <a:pt x="0" y="0"/>
                  </a:moveTo>
                  <a:lnTo>
                    <a:pt x="15866111" y="0"/>
                  </a:lnTo>
                  <a:lnTo>
                    <a:pt x="15866111" y="869950"/>
                  </a:lnTo>
                  <a:lnTo>
                    <a:pt x="0" y="869950"/>
                  </a:lnTo>
                  <a:close/>
                </a:path>
              </a:pathLst>
            </a:custGeom>
            <a:grpFill/>
            <a:ln w="12700" cap="sq">
              <a:solidFill>
                <a:srgbClr val="056A8E"/>
              </a:solidFill>
              <a:prstDash val="solid"/>
              <a:miter/>
            </a:ln>
          </p:spPr>
          <p:txBody>
            <a:bodyPr/>
            <a:lstStyle/>
            <a:p>
              <a:endParaRPr lang="en-AS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57791"/>
              <a:ext cx="15866059" cy="61210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EDED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075407" y="5754367"/>
            <a:ext cx="11899544" cy="7275700"/>
            <a:chOff x="0" y="0"/>
            <a:chExt cx="15866059" cy="970093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866111" cy="9700895"/>
            </a:xfrm>
            <a:custGeom>
              <a:avLst/>
              <a:gdLst/>
              <a:ahLst/>
              <a:cxnLst/>
              <a:rect l="l" t="t" r="r" b="b"/>
              <a:pathLst>
                <a:path w="15866111" h="9700895">
                  <a:moveTo>
                    <a:pt x="0" y="0"/>
                  </a:moveTo>
                  <a:lnTo>
                    <a:pt x="15866111" y="0"/>
                  </a:lnTo>
                  <a:lnTo>
                    <a:pt x="15866111" y="9700895"/>
                  </a:lnTo>
                  <a:lnTo>
                    <a:pt x="0" y="970089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56A8E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5866059" cy="974855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Click here to insert your Results text. Type it in or copy and paste from your Word document or other source.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text box will automatically re-size to your text. To turn off that feature, right click inside this box and go to </a:t>
              </a:r>
              <a:r>
                <a:rPr lang="en-US" sz="2799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 Shape, Text Box, Autofit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and select the “Do Not Autofit” radio button.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change the font style of this text box: Click on the border once to highlight the entire text box, then select a different font or font size that suits you. This text is Calibri 28pt, and is easily read up to 4 feet away on a 44x30 poster.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Zoom out to 100% to preview what this will look like on your printed poster.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Speaking of Results, yours will look better if you remember to run a spell-check on your poster! After you’ve added your content click on </a:t>
              </a:r>
              <a:r>
                <a:rPr lang="en-US" sz="2799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Review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</a:t>
              </a:r>
              <a:r>
                <a:rPr lang="en-US" sz="2799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Spelling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or press F7.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56648" y="16937291"/>
            <a:ext cx="11899583" cy="750619"/>
            <a:chOff x="0" y="-130876"/>
            <a:chExt cx="15866111" cy="1000826"/>
          </a:xfrm>
          <a:solidFill>
            <a:srgbClr val="692689"/>
          </a:solidFill>
        </p:grpSpPr>
        <p:sp>
          <p:nvSpPr>
            <p:cNvPr id="28" name="Freeform 28"/>
            <p:cNvSpPr/>
            <p:nvPr/>
          </p:nvSpPr>
          <p:spPr>
            <a:xfrm>
              <a:off x="0" y="-130876"/>
              <a:ext cx="15866111" cy="1000826"/>
            </a:xfrm>
            <a:custGeom>
              <a:avLst/>
              <a:gdLst/>
              <a:ahLst/>
              <a:cxnLst/>
              <a:rect l="l" t="t" r="r" b="b"/>
              <a:pathLst>
                <a:path w="15866111" h="869950">
                  <a:moveTo>
                    <a:pt x="0" y="0"/>
                  </a:moveTo>
                  <a:lnTo>
                    <a:pt x="15866111" y="0"/>
                  </a:lnTo>
                  <a:lnTo>
                    <a:pt x="15866111" y="869950"/>
                  </a:lnTo>
                  <a:lnTo>
                    <a:pt x="0" y="869950"/>
                  </a:lnTo>
                  <a:close/>
                </a:path>
              </a:pathLst>
            </a:custGeom>
            <a:grpFill/>
            <a:ln w="12700" cap="sq">
              <a:solidFill>
                <a:srgbClr val="056A8E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15866059" cy="9556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EDED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Background/Literature Review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41391" y="23748973"/>
            <a:ext cx="11899544" cy="5552380"/>
            <a:chOff x="0" y="0"/>
            <a:chExt cx="15866059" cy="740317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866111" cy="7403211"/>
            </a:xfrm>
            <a:custGeom>
              <a:avLst/>
              <a:gdLst/>
              <a:ahLst/>
              <a:cxnLst/>
              <a:rect l="l" t="t" r="r" b="b"/>
              <a:pathLst>
                <a:path w="15866111" h="7403211">
                  <a:moveTo>
                    <a:pt x="0" y="0"/>
                  </a:moveTo>
                  <a:lnTo>
                    <a:pt x="15866111" y="0"/>
                  </a:lnTo>
                  <a:lnTo>
                    <a:pt x="15866111" y="7403211"/>
                  </a:lnTo>
                  <a:lnTo>
                    <a:pt x="0" y="74032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56A8E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5866059" cy="745079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Click here to insert your Proposed Approach text. Type it in or copy and paste from your Word document or other source.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text box will automatically re-size to your text. To turn off that feature, right click inside this box and go to </a:t>
              </a:r>
              <a:r>
                <a:rPr lang="en-US" sz="2799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 Shape, Text Box, Autofit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and select the “Do Not Autofit” radio button.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change the font style of this text box: Click on the border once to highlight the entire text box, then select a different font or font size that suits you. This text is Calibri 28pt, and is easily read up to 4 feet away on a 44x30 poster.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Zoom out to 100% to preview what this will look like on your printed poster.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41391" y="23108893"/>
            <a:ext cx="11899544" cy="652424"/>
            <a:chOff x="0" y="0"/>
            <a:chExt cx="15866059" cy="869899"/>
          </a:xfrm>
          <a:solidFill>
            <a:srgbClr val="692689"/>
          </a:solidFill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866111" cy="869950"/>
            </a:xfrm>
            <a:custGeom>
              <a:avLst/>
              <a:gdLst/>
              <a:ahLst/>
              <a:cxnLst/>
              <a:rect l="l" t="t" r="r" b="b"/>
              <a:pathLst>
                <a:path w="15866111" h="869950">
                  <a:moveTo>
                    <a:pt x="0" y="0"/>
                  </a:moveTo>
                  <a:lnTo>
                    <a:pt x="15866111" y="0"/>
                  </a:lnTo>
                  <a:lnTo>
                    <a:pt x="15866111" y="869950"/>
                  </a:lnTo>
                  <a:lnTo>
                    <a:pt x="0" y="869950"/>
                  </a:lnTo>
                  <a:close/>
                </a:path>
              </a:pathLst>
            </a:custGeom>
            <a:grpFill/>
            <a:ln w="12700" cap="sq">
              <a:solidFill>
                <a:srgbClr val="056A8E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85725"/>
              <a:ext cx="15866059" cy="9556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EDED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Approach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075407" y="21299167"/>
            <a:ext cx="11899544" cy="5552380"/>
            <a:chOff x="0" y="0"/>
            <a:chExt cx="15866059" cy="740317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866111" cy="7403211"/>
            </a:xfrm>
            <a:custGeom>
              <a:avLst/>
              <a:gdLst/>
              <a:ahLst/>
              <a:cxnLst/>
              <a:rect l="l" t="t" r="r" b="b"/>
              <a:pathLst>
                <a:path w="15866111" h="7403211">
                  <a:moveTo>
                    <a:pt x="0" y="0"/>
                  </a:moveTo>
                  <a:lnTo>
                    <a:pt x="15866111" y="0"/>
                  </a:lnTo>
                  <a:lnTo>
                    <a:pt x="15866111" y="7403211"/>
                  </a:lnTo>
                  <a:lnTo>
                    <a:pt x="0" y="74032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56A8E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15866059" cy="745079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Click here to insert your Discussion text. Type it in or copy and paste from your Word document or other source.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text box will automatically re-size to your text. To turn off that feature, right click inside this box and go to </a:t>
              </a:r>
              <a:r>
                <a:rPr lang="en-US" sz="2799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 Shape, Text Box, Autofit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and select the “Do Not Autofit” radio button.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change the font style of this text box: Click on the border once to highlight the entire text box, then select a different font or font size that suits you. This text is Calibri 28pt, and is easily read up to 4 feet away on a 44x30 poster.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Zoom out to 100% to preview what this will look like on your printed poster.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075407" y="20659087"/>
            <a:ext cx="11899544" cy="652424"/>
            <a:chOff x="0" y="0"/>
            <a:chExt cx="15866059" cy="869899"/>
          </a:xfrm>
          <a:solidFill>
            <a:srgbClr val="692689"/>
          </a:solidFill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866111" cy="869950"/>
            </a:xfrm>
            <a:custGeom>
              <a:avLst/>
              <a:gdLst/>
              <a:ahLst/>
              <a:cxnLst/>
              <a:rect l="l" t="t" r="r" b="b"/>
              <a:pathLst>
                <a:path w="15866111" h="869950">
                  <a:moveTo>
                    <a:pt x="0" y="0"/>
                  </a:moveTo>
                  <a:lnTo>
                    <a:pt x="15866111" y="0"/>
                  </a:lnTo>
                  <a:lnTo>
                    <a:pt x="15866111" y="869950"/>
                  </a:lnTo>
                  <a:lnTo>
                    <a:pt x="0" y="869950"/>
                  </a:lnTo>
                  <a:close/>
                </a:path>
              </a:pathLst>
            </a:custGeom>
            <a:grpFill/>
            <a:ln w="12700" cap="sq">
              <a:solidFill>
                <a:srgbClr val="056A8E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15866059" cy="9556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EDED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Discussion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075407" y="31997647"/>
            <a:ext cx="11899544" cy="2966857"/>
            <a:chOff x="0" y="0"/>
            <a:chExt cx="15866059" cy="395580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5866111" cy="3955796"/>
            </a:xfrm>
            <a:custGeom>
              <a:avLst/>
              <a:gdLst/>
              <a:ahLst/>
              <a:cxnLst/>
              <a:rect l="l" t="t" r="r" b="b"/>
              <a:pathLst>
                <a:path w="15866111" h="3955796">
                  <a:moveTo>
                    <a:pt x="0" y="0"/>
                  </a:moveTo>
                  <a:lnTo>
                    <a:pt x="15866111" y="0"/>
                  </a:lnTo>
                  <a:lnTo>
                    <a:pt x="15866111" y="3955796"/>
                  </a:lnTo>
                  <a:lnTo>
                    <a:pt x="0" y="3955796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56A8E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15866059" cy="400343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Click here to insert your Conclusions text. Type it in or copy and paste from your Word document or other source.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text box will automatically re-size to your text. To turn off that feature, right click inside this box and go to </a:t>
              </a:r>
              <a:r>
                <a:rPr lang="en-US" sz="2799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 Shape, Text Box, Autofit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and select the “Do Not Autofit” radio button.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4075407" y="31357567"/>
            <a:ext cx="11899544" cy="652424"/>
            <a:chOff x="0" y="0"/>
            <a:chExt cx="15866059" cy="869899"/>
          </a:xfrm>
          <a:solidFill>
            <a:srgbClr val="692689"/>
          </a:solidFill>
        </p:grpSpPr>
        <p:sp>
          <p:nvSpPr>
            <p:cNvPr id="46" name="Freeform 46"/>
            <p:cNvSpPr/>
            <p:nvPr/>
          </p:nvSpPr>
          <p:spPr>
            <a:xfrm>
              <a:off x="0" y="0"/>
              <a:ext cx="15866111" cy="869950"/>
            </a:xfrm>
            <a:custGeom>
              <a:avLst/>
              <a:gdLst/>
              <a:ahLst/>
              <a:cxnLst/>
              <a:rect l="l" t="t" r="r" b="b"/>
              <a:pathLst>
                <a:path w="15866111" h="869950">
                  <a:moveTo>
                    <a:pt x="0" y="0"/>
                  </a:moveTo>
                  <a:lnTo>
                    <a:pt x="15866111" y="0"/>
                  </a:lnTo>
                  <a:lnTo>
                    <a:pt x="15866111" y="869950"/>
                  </a:lnTo>
                  <a:lnTo>
                    <a:pt x="0" y="869950"/>
                  </a:lnTo>
                  <a:close/>
                </a:path>
              </a:pathLst>
            </a:custGeom>
            <a:grpFill/>
            <a:ln w="12700" cap="sq">
              <a:solidFill>
                <a:srgbClr val="056A8E"/>
              </a:soli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85725"/>
              <a:ext cx="15866059" cy="9556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EDED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Conclusions</a:t>
              </a:r>
            </a:p>
          </p:txBody>
        </p:sp>
      </p:grpSp>
      <p:graphicFrame>
        <p:nvGraphicFramePr>
          <p:cNvPr id="48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954801"/>
              </p:ext>
            </p:extLst>
          </p:nvPr>
        </p:nvGraphicFramePr>
        <p:xfrm>
          <a:off x="1463040" y="29730240"/>
          <a:ext cx="11938000" cy="5156197"/>
        </p:xfrm>
        <a:graphic>
          <a:graphicData uri="http://schemas.openxmlformats.org/drawingml/2006/table">
            <a:tbl>
              <a:tblPr/>
              <a:tblGrid>
                <a:gridCol w="298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771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26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Heading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26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Heading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26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1" dirty="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Heading</a:t>
                      </a:r>
                      <a:endParaRPr lang="en-US" sz="1100" dirty="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26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0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Item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6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800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6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790</a:t>
                      </a:r>
                      <a:endParaRPr lang="en-US" sz="1100" dirty="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6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4001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6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0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Item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356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856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290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0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Item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228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134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238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0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Item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954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875</a:t>
                      </a:r>
                      <a:endParaRPr lang="en-US" sz="1100" dirty="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976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30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Item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324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325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301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30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Total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356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856</a:t>
                      </a:r>
                      <a:endParaRPr lang="en-US" sz="110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1" dirty="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290</a:t>
                      </a:r>
                      <a:endParaRPr lang="en-US" sz="1100" dirty="0"/>
                    </a:p>
                  </a:txBody>
                  <a:tcPr marL="75960" marR="75960" marT="75960" marB="75960" anchor="ctr">
                    <a:lnL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56A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9" name="Group 49"/>
          <p:cNvGrpSpPr/>
          <p:nvPr/>
        </p:nvGrpSpPr>
        <p:grpSpPr>
          <a:xfrm>
            <a:off x="1456648" y="17639809"/>
            <a:ext cx="11899583" cy="5319990"/>
            <a:chOff x="0" y="-47625"/>
            <a:chExt cx="15866111" cy="1319593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5866111" cy="13148311"/>
            </a:xfrm>
            <a:custGeom>
              <a:avLst/>
              <a:gdLst/>
              <a:ahLst/>
              <a:cxnLst/>
              <a:rect l="l" t="t" r="r" b="b"/>
              <a:pathLst>
                <a:path w="15866111" h="13148311">
                  <a:moveTo>
                    <a:pt x="0" y="0"/>
                  </a:moveTo>
                  <a:lnTo>
                    <a:pt x="15866111" y="0"/>
                  </a:lnTo>
                  <a:lnTo>
                    <a:pt x="15866111" y="13148311"/>
                  </a:lnTo>
                  <a:lnTo>
                    <a:pt x="0" y="131483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56A8E"/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15866059" cy="723067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Click here to insert your Introduction in bullets. Type it in or copy and paste from your Word document or other source.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text box will automatically re-size to your text. To turn off that feature, right click inside this box and go to </a:t>
              </a:r>
              <a:r>
                <a:rPr lang="en-US" sz="2799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 Shape, Text Box, Autofit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and select the “Do Not Autofit” radio button.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change the font style of this text box: Click on the border once to highlight the entire text box, then select a different font or font size that suits you. This text is Calibri 28pt, and is easily read up to 4 feet away on a 44x30 poster.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Zoom out to 100% to preview what this will look like on your printed poster.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4075407" y="5021542"/>
            <a:ext cx="11899544" cy="745169"/>
            <a:chOff x="0" y="0"/>
            <a:chExt cx="15866059" cy="86989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866111" cy="869950"/>
            </a:xfrm>
            <a:custGeom>
              <a:avLst/>
              <a:gdLst/>
              <a:ahLst/>
              <a:cxnLst/>
              <a:rect l="l" t="t" r="r" b="b"/>
              <a:pathLst>
                <a:path w="15866111" h="869950">
                  <a:moveTo>
                    <a:pt x="0" y="0"/>
                  </a:moveTo>
                  <a:lnTo>
                    <a:pt x="15866111" y="0"/>
                  </a:lnTo>
                  <a:lnTo>
                    <a:pt x="15866111" y="869950"/>
                  </a:lnTo>
                  <a:lnTo>
                    <a:pt x="0" y="869950"/>
                  </a:lnTo>
                  <a:close/>
                </a:path>
              </a:pathLst>
            </a:custGeom>
            <a:solidFill>
              <a:srgbClr val="692689"/>
            </a:solidFill>
            <a:ln w="12700" cap="sq">
              <a:solidFill>
                <a:srgbClr val="056A8E"/>
              </a:solidFill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85725"/>
              <a:ext cx="15866059" cy="955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EDED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4076998" y="27503561"/>
            <a:ext cx="3520602" cy="2935243"/>
            <a:chOff x="0" y="0"/>
            <a:chExt cx="4694136" cy="3913657"/>
          </a:xfrm>
        </p:grpSpPr>
        <p:sp>
          <p:nvSpPr>
            <p:cNvPr id="56" name="Freeform 56" descr="Picture1"/>
            <p:cNvSpPr/>
            <p:nvPr/>
          </p:nvSpPr>
          <p:spPr>
            <a:xfrm>
              <a:off x="0" y="0"/>
              <a:ext cx="4694174" cy="3913632"/>
            </a:xfrm>
            <a:custGeom>
              <a:avLst/>
              <a:gdLst/>
              <a:ahLst/>
              <a:cxnLst/>
              <a:rect l="l" t="t" r="r" b="b"/>
              <a:pathLst>
                <a:path w="4694174" h="3913632">
                  <a:moveTo>
                    <a:pt x="0" y="0"/>
                  </a:moveTo>
                  <a:lnTo>
                    <a:pt x="4694174" y="0"/>
                  </a:lnTo>
                  <a:lnTo>
                    <a:pt x="4694174" y="3913632"/>
                  </a:lnTo>
                  <a:lnTo>
                    <a:pt x="0" y="391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529" r="-12529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18269636" y="27508324"/>
            <a:ext cx="3511077" cy="2925718"/>
            <a:chOff x="0" y="0"/>
            <a:chExt cx="4681436" cy="3900957"/>
          </a:xfrm>
        </p:grpSpPr>
        <p:sp>
          <p:nvSpPr>
            <p:cNvPr id="58" name="Freeform 58" descr="Picture2"/>
            <p:cNvSpPr/>
            <p:nvPr/>
          </p:nvSpPr>
          <p:spPr>
            <a:xfrm>
              <a:off x="0" y="0"/>
              <a:ext cx="4681474" cy="3900932"/>
            </a:xfrm>
            <a:custGeom>
              <a:avLst/>
              <a:gdLst/>
              <a:ahLst/>
              <a:cxnLst/>
              <a:rect l="l" t="t" r="r" b="b"/>
              <a:pathLst>
                <a:path w="4681474" h="3900932">
                  <a:moveTo>
                    <a:pt x="0" y="0"/>
                  </a:moveTo>
                  <a:lnTo>
                    <a:pt x="4681474" y="0"/>
                  </a:lnTo>
                  <a:lnTo>
                    <a:pt x="4681474" y="3900932"/>
                  </a:lnTo>
                  <a:lnTo>
                    <a:pt x="0" y="3900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185" r="-12184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22457521" y="27508324"/>
            <a:ext cx="3511077" cy="2925718"/>
            <a:chOff x="0" y="0"/>
            <a:chExt cx="4681436" cy="390095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681474" cy="3900932"/>
            </a:xfrm>
            <a:custGeom>
              <a:avLst/>
              <a:gdLst/>
              <a:ahLst/>
              <a:cxnLst/>
              <a:rect l="l" t="t" r="r" b="b"/>
              <a:pathLst>
                <a:path w="4681474" h="3900932">
                  <a:moveTo>
                    <a:pt x="0" y="0"/>
                  </a:moveTo>
                  <a:lnTo>
                    <a:pt x="4681474" y="0"/>
                  </a:lnTo>
                  <a:lnTo>
                    <a:pt x="4681474" y="3900932"/>
                  </a:lnTo>
                  <a:lnTo>
                    <a:pt x="0" y="3900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5196" b="-8"/>
              </a:stretch>
            </a:blipFill>
          </p:spPr>
        </p:sp>
      </p:grpSp>
      <p:pic>
        <p:nvPicPr>
          <p:cNvPr id="61" name="Picture 6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86993" y="13399142"/>
            <a:ext cx="13423055" cy="7152967"/>
          </a:xfrm>
          <a:prstGeom prst="rect">
            <a:avLst/>
          </a:prstGeom>
        </p:spPr>
      </p:pic>
      <p:sp>
        <p:nvSpPr>
          <p:cNvPr id="68" name="TextBox 68"/>
          <p:cNvSpPr txBox="1"/>
          <p:nvPr/>
        </p:nvSpPr>
        <p:spPr>
          <a:xfrm>
            <a:off x="1553042" y="36939131"/>
            <a:ext cx="2022481" cy="220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[name]</a:t>
            </a: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[organization]</a:t>
            </a: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[address]</a:t>
            </a: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[email]</a:t>
            </a: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[phone]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553042" y="35895191"/>
            <a:ext cx="1967398" cy="82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Contact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313067" y="35854462"/>
            <a:ext cx="2805484" cy="82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References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553042" y="29267696"/>
            <a:ext cx="3008519" cy="347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Table 1.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Label in 20pt Calibri.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4263202" y="19802218"/>
            <a:ext cx="3024721" cy="347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Chart 1.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Label in 20pt Calibri.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4248076" y="30562982"/>
            <a:ext cx="3102121" cy="347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Figure 1.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Label in 20pt Calibri.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8438838" y="30562982"/>
            <a:ext cx="3102121" cy="347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Figure 2.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Label in 20pt Calibri.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2618436" y="30562982"/>
            <a:ext cx="3102121" cy="347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Figure 3.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Label in 20pt Calibri.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9803779" y="-4525947"/>
            <a:ext cx="10410032" cy="90975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5759"/>
              </a:lnSpc>
            </a:pPr>
            <a:endParaRPr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71EF6AEF-05D9-D295-D491-7914A9597D88}"/>
              </a:ext>
            </a:extLst>
          </p:cNvPr>
          <p:cNvSpPr/>
          <p:nvPr/>
        </p:nvSpPr>
        <p:spPr>
          <a:xfrm>
            <a:off x="93682" y="356832"/>
            <a:ext cx="3481841" cy="371013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>
              <a:ln>
                <a:solidFill>
                  <a:schemeClr val="bg2"/>
                </a:solidFill>
              </a:ln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F743311-D283-4E07-696D-DC03DD048B40}"/>
              </a:ext>
            </a:extLst>
          </p:cNvPr>
          <p:cNvSpPr txBox="1"/>
          <p:nvPr/>
        </p:nvSpPr>
        <p:spPr>
          <a:xfrm>
            <a:off x="503246" y="994166"/>
            <a:ext cx="2662584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dirty="0">
                <a:solidFill>
                  <a:srgbClr val="692689"/>
                </a:solidFill>
              </a:rPr>
              <a:t>Your College Logo</a:t>
            </a:r>
            <a:endParaRPr lang="en-AS" sz="5500" dirty="0">
              <a:solidFill>
                <a:srgbClr val="692689"/>
              </a:solidFill>
            </a:endParaRP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C8CDF97D-3FD2-1580-3518-1A83449A541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65" t="25860" r="9089" b="39360"/>
          <a:stretch/>
        </p:blipFill>
        <p:spPr>
          <a:xfrm>
            <a:off x="19654022" y="1696156"/>
            <a:ext cx="3827708" cy="1656902"/>
          </a:xfrm>
          <a:prstGeom prst="rect">
            <a:avLst/>
          </a:prstGeom>
        </p:spPr>
      </p:pic>
      <p:grpSp>
        <p:nvGrpSpPr>
          <p:cNvPr id="124" name="Group 18">
            <a:extLst>
              <a:ext uri="{FF2B5EF4-FFF2-40B4-BE49-F238E27FC236}">
                <a16:creationId xmlns:a16="http://schemas.microsoft.com/office/drawing/2014/main" id="{F0E0C186-705A-52DF-BF7A-6223D734936B}"/>
              </a:ext>
            </a:extLst>
          </p:cNvPr>
          <p:cNvGrpSpPr/>
          <p:nvPr/>
        </p:nvGrpSpPr>
        <p:grpSpPr>
          <a:xfrm>
            <a:off x="1405720" y="5720745"/>
            <a:ext cx="11899583" cy="4337154"/>
            <a:chOff x="0" y="-47625"/>
            <a:chExt cx="15866111" cy="7450836"/>
          </a:xfrm>
        </p:grpSpPr>
        <p:sp>
          <p:nvSpPr>
            <p:cNvPr id="125" name="Freeform 19">
              <a:extLst>
                <a:ext uri="{FF2B5EF4-FFF2-40B4-BE49-F238E27FC236}">
                  <a16:creationId xmlns:a16="http://schemas.microsoft.com/office/drawing/2014/main" id="{0944A6D0-BA1B-4876-ABA6-627B88C60A2A}"/>
                </a:ext>
              </a:extLst>
            </p:cNvPr>
            <p:cNvSpPr/>
            <p:nvPr/>
          </p:nvSpPr>
          <p:spPr>
            <a:xfrm>
              <a:off x="0" y="0"/>
              <a:ext cx="15866111" cy="7403211"/>
            </a:xfrm>
            <a:custGeom>
              <a:avLst/>
              <a:gdLst/>
              <a:ahLst/>
              <a:cxnLst/>
              <a:rect l="l" t="t" r="r" b="b"/>
              <a:pathLst>
                <a:path w="15866111" h="7403211">
                  <a:moveTo>
                    <a:pt x="0" y="0"/>
                  </a:moveTo>
                  <a:lnTo>
                    <a:pt x="15866111" y="0"/>
                  </a:lnTo>
                  <a:lnTo>
                    <a:pt x="15866111" y="7403211"/>
                  </a:lnTo>
                  <a:lnTo>
                    <a:pt x="0" y="74032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56A8E"/>
              </a:solidFill>
              <a:prstDash val="solid"/>
              <a:miter/>
            </a:ln>
          </p:spPr>
          <p:txBody>
            <a:bodyPr/>
            <a:lstStyle/>
            <a:p>
              <a:endParaRPr lang="en-AS" dirty="0"/>
            </a:p>
          </p:txBody>
        </p:sp>
        <p:sp>
          <p:nvSpPr>
            <p:cNvPr id="126" name="TextBox 20">
              <a:extLst>
                <a:ext uri="{FF2B5EF4-FFF2-40B4-BE49-F238E27FC236}">
                  <a16:creationId xmlns:a16="http://schemas.microsoft.com/office/drawing/2014/main" id="{C3E9C594-FDF6-D9CD-8478-87C6C57F2283}"/>
                </a:ext>
              </a:extLst>
            </p:cNvPr>
            <p:cNvSpPr txBox="1"/>
            <p:nvPr/>
          </p:nvSpPr>
          <p:spPr>
            <a:xfrm>
              <a:off x="0" y="-47625"/>
              <a:ext cx="15866059" cy="745079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27" name="Group 21">
            <a:extLst>
              <a:ext uri="{FF2B5EF4-FFF2-40B4-BE49-F238E27FC236}">
                <a16:creationId xmlns:a16="http://schemas.microsoft.com/office/drawing/2014/main" id="{2A4A28DA-4BD5-87F9-DE3C-1A4CB648CFA6}"/>
              </a:ext>
            </a:extLst>
          </p:cNvPr>
          <p:cNvGrpSpPr/>
          <p:nvPr/>
        </p:nvGrpSpPr>
        <p:grpSpPr>
          <a:xfrm>
            <a:off x="1412083" y="5112557"/>
            <a:ext cx="11899544" cy="652424"/>
            <a:chOff x="0" y="0"/>
            <a:chExt cx="15866059" cy="869899"/>
          </a:xfrm>
          <a:solidFill>
            <a:srgbClr val="692689"/>
          </a:solidFill>
        </p:grpSpPr>
        <p:sp>
          <p:nvSpPr>
            <p:cNvPr id="128" name="Freeform 22">
              <a:extLst>
                <a:ext uri="{FF2B5EF4-FFF2-40B4-BE49-F238E27FC236}">
                  <a16:creationId xmlns:a16="http://schemas.microsoft.com/office/drawing/2014/main" id="{008F61C8-DB5A-32D7-49E9-CD266820D57B}"/>
                </a:ext>
              </a:extLst>
            </p:cNvPr>
            <p:cNvSpPr/>
            <p:nvPr/>
          </p:nvSpPr>
          <p:spPr>
            <a:xfrm>
              <a:off x="0" y="0"/>
              <a:ext cx="15866111" cy="869950"/>
            </a:xfrm>
            <a:custGeom>
              <a:avLst/>
              <a:gdLst/>
              <a:ahLst/>
              <a:cxnLst/>
              <a:rect l="l" t="t" r="r" b="b"/>
              <a:pathLst>
                <a:path w="15866111" h="869950">
                  <a:moveTo>
                    <a:pt x="0" y="0"/>
                  </a:moveTo>
                  <a:lnTo>
                    <a:pt x="15866111" y="0"/>
                  </a:lnTo>
                  <a:lnTo>
                    <a:pt x="15866111" y="869950"/>
                  </a:lnTo>
                  <a:lnTo>
                    <a:pt x="0" y="869950"/>
                  </a:lnTo>
                  <a:close/>
                </a:path>
              </a:pathLst>
            </a:custGeom>
            <a:grpFill/>
            <a:ln w="12700" cap="sq">
              <a:solidFill>
                <a:srgbClr val="056A8E"/>
              </a:solidFill>
              <a:prstDash val="solid"/>
              <a:miter/>
            </a:ln>
          </p:spPr>
          <p:txBody>
            <a:bodyPr/>
            <a:lstStyle/>
            <a:p>
              <a:endParaRPr lang="en-AS" dirty="0"/>
            </a:p>
          </p:txBody>
        </p:sp>
        <p:sp>
          <p:nvSpPr>
            <p:cNvPr id="129" name="TextBox 23">
              <a:extLst>
                <a:ext uri="{FF2B5EF4-FFF2-40B4-BE49-F238E27FC236}">
                  <a16:creationId xmlns:a16="http://schemas.microsoft.com/office/drawing/2014/main" id="{AC5BA633-71FE-8A76-B6E3-1B26AD5325CB}"/>
                </a:ext>
              </a:extLst>
            </p:cNvPr>
            <p:cNvSpPr txBox="1"/>
            <p:nvPr/>
          </p:nvSpPr>
          <p:spPr>
            <a:xfrm>
              <a:off x="0" y="-85725"/>
              <a:ext cx="15866059" cy="9556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chemeClr val="bg1"/>
                  </a:solidFill>
                </a:rPr>
                <a:t>Abstract</a:t>
              </a:r>
              <a:endParaRPr lang="en-US" sz="4800" b="1" dirty="0">
                <a:solidFill>
                  <a:schemeClr val="bg1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134" name="Rectangle 2">
            <a:extLst>
              <a:ext uri="{FF2B5EF4-FFF2-40B4-BE49-F238E27FC236}">
                <a16:creationId xmlns:a16="http://schemas.microsoft.com/office/drawing/2014/main" id="{EA0B58B1-6843-CC84-8D04-4D4576BAD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3042" y="6083886"/>
            <a:ext cx="1175222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Problem:</a:t>
            </a:r>
            <a:r>
              <a:rPr kumimoji="0" lang="en-AS" altLang="en-A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[One clear sentence stating the exact issue being addressed.]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Solution:</a:t>
            </a:r>
            <a:r>
              <a:rPr kumimoji="0" lang="en-AS" altLang="en-A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[Proposed model, tool, or methodology developed to solve it.]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Finding:</a:t>
            </a:r>
            <a:r>
              <a:rPr kumimoji="0" lang="en-AS" altLang="en-A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[Top metric or major breakthrough achieved (e.g., </a:t>
            </a:r>
            <a:r>
              <a:rPr kumimoji="0" lang="en-AS" altLang="en-A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Outperformed baseline by 24%</a:t>
            </a:r>
            <a:r>
              <a:rPr kumimoji="0" lang="en-AS" altLang="en-A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Impact:</a:t>
            </a:r>
            <a:r>
              <a:rPr kumimoji="0" lang="en-AS" altLang="en-A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[Practical application and immediate takeaway for the audience.]</a:t>
            </a:r>
          </a:p>
        </p:txBody>
      </p:sp>
      <p:pic>
        <p:nvPicPr>
          <p:cNvPr id="135" name="Picture 134">
            <a:extLst>
              <a:ext uri="{FF2B5EF4-FFF2-40B4-BE49-F238E27FC236}">
                <a16:creationId xmlns:a16="http://schemas.microsoft.com/office/drawing/2014/main" id="{9BEEF575-7814-ED53-E794-E065F872CB4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17" t="14785" r="10992" b="17738"/>
          <a:stretch/>
        </p:blipFill>
        <p:spPr>
          <a:xfrm>
            <a:off x="23701994" y="983830"/>
            <a:ext cx="3540649" cy="30831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1A8AAFC8-B1A0-64B3-12FD-3C6F4464DB54}"/>
              </a:ext>
            </a:extLst>
          </p:cNvPr>
          <p:cNvCxnSpPr>
            <a:cxnSpLocks/>
          </p:cNvCxnSpPr>
          <p:nvPr/>
        </p:nvCxnSpPr>
        <p:spPr>
          <a:xfrm>
            <a:off x="-381000" y="4571619"/>
            <a:ext cx="28117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1" name="Picture 140">
            <a:extLst>
              <a:ext uri="{FF2B5EF4-FFF2-40B4-BE49-F238E27FC236}">
                <a16:creationId xmlns:a16="http://schemas.microsoft.com/office/drawing/2014/main" id="{6471EF37-EFCD-3460-391E-46B7B3847C0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280" y="1767720"/>
            <a:ext cx="4203220" cy="10956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963</Words>
  <Application>Microsoft Office PowerPoint</Application>
  <PresentationFormat>Custom</PresentationFormat>
  <Paragraphs>103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 (MS) Bold</vt:lpstr>
      <vt:lpstr>Calibri (MS)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PosterPresentationTemplate_netsip26.pptx</dc:title>
  <dc:creator>Poojan Jariwala</dc:creator>
  <cp:lastModifiedBy>Poojan Jariwala</cp:lastModifiedBy>
  <cp:revision>6</cp:revision>
  <dcterms:created xsi:type="dcterms:W3CDTF">2006-08-16T00:00:00Z</dcterms:created>
  <dcterms:modified xsi:type="dcterms:W3CDTF">2026-08-14T15:22:37Z</dcterms:modified>
  <dc:identifier>DAHP2VK5bqo</dc:identifier>
</cp:coreProperties>
</file>